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Arial"/>
              </a:rPr>
              <a:t>Percent on NSL-KDD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Approach 1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F1-score</c:v>
                  </c:pt>
                  <c:pt idx="1">
                    <c:v>False-positive rate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77.5</c:v>
                </c:pt>
                <c:pt idx="1">
                  <c:v>25.8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Approach 2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F1-score</c:v>
                  </c:pt>
                  <c:pt idx="1">
                    <c:v>False-positive rate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77.9</c:v>
                </c:pt>
                <c:pt idx="1">
                  <c:v>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Arial"/>
              </a:rPr>
              <a:t>Detection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Approach 1 (behaviour rules)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DoS</c:v>
                  </c:pt>
                  <c:pt idx="1">
                    <c:v>Probe</c:v>
                  </c:pt>
                  <c:pt idx="2">
                    <c:v>R2L</c:v>
                  </c:pt>
                  <c:pt idx="3">
                    <c:v>U2R</c:v>
                  </c:pt>
                  <c:pt idx="4">
                    <c:v>Unseen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77.6</c:v>
                </c:pt>
                <c:pt idx="1">
                  <c:v>44.6</c:v>
                </c:pt>
                <c:pt idx="2">
                  <c:v>16.6</c:v>
                </c:pt>
                <c:pt idx="3">
                  <c:v>55.2</c:v>
                </c:pt>
                <c:pt idx="4">
                  <c:v>19.9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Approach 2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DoS</c:v>
                  </c:pt>
                  <c:pt idx="1">
                    <c:v>Probe</c:v>
                  </c:pt>
                  <c:pt idx="2">
                    <c:v>R2L</c:v>
                  </c:pt>
                  <c:pt idx="3">
                    <c:v>U2R</c:v>
                  </c:pt>
                  <c:pt idx="4">
                    <c:v>Unseen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76.9</c:v>
                </c:pt>
                <c:pt idx="1">
                  <c:v>95.3</c:v>
                </c:pt>
                <c:pt idx="2">
                  <c:v>9.6</c:v>
                </c:pt>
                <c:pt idx="3">
                  <c:v>32.2</c:v>
                </c:pt>
                <c:pt idx="4">
                  <c:v>63.5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team: Sub-group A built the signature engine, Sub-group B the anomaly detector; together we compared them on identical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metric list: accuracy, precision, recall, F1, false-positive rate, zero-day detection, processing time, memory, scalability, security, usability, implementation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checks on protocol, port, flags and payload keywords, plus rate rules with a sliding window per source IP. For NSL-KDD the rules were translated to 16 connection rules: FULL, and STRICT (behaviour rules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Forest, 200 trees, subsample 256. Score s(x) = 2^(-E[h(x)]/c(psi)). Threshold = 95th percentile of scores on held-out normal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Inputs: live Scapy capture, PCAP, simulator, NSL-KDD. Flask dashboard streams alerts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trained on 67,343 normal records only; no tuning on the test set. Simulator: 5 seeds x 1,000 packets, 40% attacks. Intel Xeon 2.1 GHz, 1 core, 4 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1 = full rule set. Accuracy 75.0 vs 79.0; precision 79.5 vs 97.1; recall 75.7 vs 65.0. Behaviour-only rules (STRICT): F1 69.6, FPR 10.3. The DNS rule alone caused 892 false alarms against 2 real attacks. A2 AUC 0.948.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full rule set Approach 1 reaches 55.4% on unseen attacks and 100% on U2R, but mostly because it alerts on any Telnet/FTP use, not by recognising the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parameters: accuracy 75% vs 79%; precision 80% vs 97%; processing 0.026 s vs 0.285 s per 22.5k records; both scale linearly; A2 stable across seeds; A1 rate rules depend on replay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Base-rate check (Axelsson): 1M connections/day with 0.1% attacks gives about 258,000 false alarms/day for A1-FULL, 25,000 for A2, and 4,900 for A2 at a 0.5%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scope in full: CIC-IDS2017 / UNSW-NB15; packet-timestamp rate windows and a better DNS rule; unseen-value guard for A2; adversarial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 NETWORK SECURITY  ·  PROJECT BASED LEARNING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 vs. Anomalies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network intrusion detection systems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     </a:t>
            </a:r>
            <a:pPr indent="0" marL="0">
              <a:buNone/>
            </a:pPr>
            <a:r>
              <a:rPr lang="en-US" sz="1500" b="1" dirty="0">
                <a:solidFill>
                  <a:srgbClr val="9C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anomaly-based (Isolation Forest)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[Member 1] · [Member 2] · [Member 3] · [Member 4] · [Member 5]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[Faculty Name]  ·  [Institute Name]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detection method protects a network better?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7548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allow traffic — they can't see if it is being abused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NIDS watches traffic and raises alerts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both methods and compare them on the same 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0" y="128016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Compared 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783080"/>
            <a:ext cx="2834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attacks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memory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1: match traffic to known attack rules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5" name="Image 0" descr="/home/claude/proj/results/figures/fig01_approach1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822960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474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60320" y="3474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3474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766560" y="3474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attacks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rules · every alert names the attack that triggered 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ANOMALY-BASED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2: learn normal traffic, flag the outliers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" name="Image 0" descr="/home/claude/proj/results/figures/fig02_approach2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512064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234440"/>
            <a:ext cx="2971800" cy="3291840"/>
          </a:xfrm>
          <a:prstGeom prst="roundRect">
            <a:avLst>
              <a:gd name="adj" fmla="val 246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9788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normal traffic only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isolated in fewer random splits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fixed at a 5 % false-alarm budget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two interchangeable engines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 0" descr="/home/claude/proj/results/figures/fig03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88720"/>
            <a:ext cx="731520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share the same input, parser, logger and evaluation — so the comparison is fair.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same machine for both approaches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22,544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 from the NSL-KDD benchmark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00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never seen in training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600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runs for reliable results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packet-level simulator with 19 traffic scenarios to test Approach 1 exactly as coded.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F1-score — ten times fewer false alarms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463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with Approach 2 (vs 25.8 %)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834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3474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Approach 2's alerts were real attacks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BY ATTACK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approach catches different attacks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80160"/>
            <a:ext cx="2788920" cy="3383280"/>
          </a:xfrm>
          <a:prstGeom prst="roundRect">
            <a:avLst>
              <a:gd name="adj" fmla="val 262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80760" y="1417320"/>
            <a:ext cx="2560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wins scans and unseen attacks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wins login and privilege attacks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comparison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0116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attacks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payload attacks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 faster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the alert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attacker could beat each 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7033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 or encrypt the payload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slowly, under the thresholds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it with fake IPs to crash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28800"/>
            <a:ext cx="37033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attacks look like normal traffic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the normal training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give only a score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false-alarm rates swamp analysts on a busy network — so the false-positive rate matters most.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2 is the better standalone NIDS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fewer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7373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better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attacks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783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budget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signatures too: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lighter and explainable. Combined, F1 rises to 83.4 %.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test on newer datasets · fix Approach 1 rule bugs · build the hybrid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github.com/PrashleshPratapSingh/Network-Security-Project-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Signature vs ML Anomaly-Based NIDS</dc:title>
  <dc:subject>PptxGenJS Presentation</dc:subject>
  <dc:creator>PptxGenJS</dc:creator>
  <cp:lastModifiedBy>PptxGenJS</cp:lastModifiedBy>
  <cp:revision>1</cp:revision>
  <dcterms:created xsi:type="dcterms:W3CDTF">2026-10-04T13:02:01Z</dcterms:created>
  <dcterms:modified xsi:type="dcterms:W3CDTF">2026-10-04T13:02:01Z</dcterms:modified>
</cp:coreProperties>
</file>